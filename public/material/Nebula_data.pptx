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028700"/>
            <a:ext cx="18288000" cy="11423389"/>
            <a:chOff x="0" y="0"/>
            <a:chExt cx="21958300" cy="13716000"/>
          </a:xfrm>
        </p:grpSpPr>
        <p:sp>
          <p:nvSpPr>
            <p:cNvPr name="Freeform 3" id="3" descr="slide_1"/>
            <p:cNvSpPr/>
            <p:nvPr/>
          </p:nvSpPr>
          <p:spPr>
            <a:xfrm flipH="false" flipV="false" rot="0">
              <a:off x="0" y="0"/>
              <a:ext cx="219583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504045"/>
            <a:chOff x="0" y="0"/>
            <a:chExt cx="24384000" cy="12672060"/>
          </a:xfrm>
        </p:grpSpPr>
        <p:sp>
          <p:nvSpPr>
            <p:cNvPr name="Freeform 3" id="3" descr="slide_2"/>
            <p:cNvSpPr/>
            <p:nvPr/>
          </p:nvSpPr>
          <p:spPr>
            <a:xfrm flipH="false" flipV="false" rot="0">
              <a:off x="0" y="0"/>
              <a:ext cx="24384000" cy="12672060"/>
            </a:xfrm>
            <a:custGeom>
              <a:avLst/>
              <a:gdLst/>
              <a:ahLst/>
              <a:cxnLst/>
              <a:rect r="r" b="b" t="t" l="l"/>
              <a:pathLst>
                <a:path h="126720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672060"/>
                  </a:lnTo>
                  <a:lnTo>
                    <a:pt x="0" y="12672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" r="0" b="-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95785"/>
          </a:xfrm>
          <a:custGeom>
            <a:avLst/>
            <a:gdLst/>
            <a:ahLst/>
            <a:cxnLst/>
            <a:rect r="r" b="b" t="t" l="l"/>
            <a:pathLst>
              <a:path h="495785" w="1765322">
                <a:moveTo>
                  <a:pt x="0" y="0"/>
                </a:moveTo>
                <a:lnTo>
                  <a:pt x="1765322" y="0"/>
                </a:lnTo>
                <a:lnTo>
                  <a:pt x="1765322" y="495785"/>
                </a:lnTo>
                <a:lnTo>
                  <a:pt x="0" y="495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50570" r="0" b="-10549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2465"/>
            <a:ext cx="18288000" cy="8942070"/>
            <a:chOff x="0" y="0"/>
            <a:chExt cx="24384000" cy="11922760"/>
          </a:xfrm>
        </p:grpSpPr>
        <p:sp>
          <p:nvSpPr>
            <p:cNvPr name="Freeform 3" id="3" descr="slide_3"/>
            <p:cNvSpPr/>
            <p:nvPr/>
          </p:nvSpPr>
          <p:spPr>
            <a:xfrm flipH="false" flipV="false" rot="0">
              <a:off x="0" y="0"/>
              <a:ext cx="24384000" cy="11922760"/>
            </a:xfrm>
            <a:custGeom>
              <a:avLst/>
              <a:gdLst/>
              <a:ahLst/>
              <a:cxnLst/>
              <a:rect r="r" b="b" t="t" l="l"/>
              <a:pathLst>
                <a:path h="119227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1922760"/>
                  </a:lnTo>
                  <a:lnTo>
                    <a:pt x="0" y="11922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" r="0" b="-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737408"/>
            <a:chOff x="0" y="0"/>
            <a:chExt cx="24384000" cy="12983210"/>
          </a:xfrm>
        </p:grpSpPr>
        <p:sp>
          <p:nvSpPr>
            <p:cNvPr name="Freeform 3" id="3" descr="slide_4"/>
            <p:cNvSpPr/>
            <p:nvPr/>
          </p:nvSpPr>
          <p:spPr>
            <a:xfrm flipH="false" flipV="false" rot="0">
              <a:off x="0" y="0"/>
              <a:ext cx="24384000" cy="12983210"/>
            </a:xfrm>
            <a:custGeom>
              <a:avLst/>
              <a:gdLst/>
              <a:ahLst/>
              <a:cxnLst/>
              <a:rect r="r" b="b" t="t" l="l"/>
              <a:pathLst>
                <a:path h="1298321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983210"/>
                  </a:lnTo>
                  <a:lnTo>
                    <a:pt x="0" y="129832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90" t="0" r="-299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79095"/>
            <a:ext cx="18288000" cy="9528810"/>
            <a:chOff x="0" y="0"/>
            <a:chExt cx="24384000" cy="12705080"/>
          </a:xfrm>
        </p:grpSpPr>
        <p:sp>
          <p:nvSpPr>
            <p:cNvPr name="Freeform 3" id="3" descr="slide_5"/>
            <p:cNvSpPr/>
            <p:nvPr/>
          </p:nvSpPr>
          <p:spPr>
            <a:xfrm flipH="false" flipV="false" rot="0">
              <a:off x="0" y="0"/>
              <a:ext cx="24384000" cy="12705080"/>
            </a:xfrm>
            <a:custGeom>
              <a:avLst/>
              <a:gdLst/>
              <a:ahLst/>
              <a:cxnLst/>
              <a:rect r="r" b="b" t="t" l="l"/>
              <a:pathLst>
                <a:path h="127050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705080"/>
                  </a:lnTo>
                  <a:lnTo>
                    <a:pt x="0" y="12705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" r="0" b="-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slide_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108" t="0" r="-410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1953"/>
            <a:ext cx="18288000" cy="9523095"/>
            <a:chOff x="0" y="0"/>
            <a:chExt cx="24384000" cy="12697460"/>
          </a:xfrm>
        </p:grpSpPr>
        <p:sp>
          <p:nvSpPr>
            <p:cNvPr name="Freeform 3" id="3" descr="slide_7"/>
            <p:cNvSpPr/>
            <p:nvPr/>
          </p:nvSpPr>
          <p:spPr>
            <a:xfrm flipH="false" flipV="false" rot="0">
              <a:off x="0" y="0"/>
              <a:ext cx="24384000" cy="12697460"/>
            </a:xfrm>
            <a:custGeom>
              <a:avLst/>
              <a:gdLst/>
              <a:ahLst/>
              <a:cxnLst/>
              <a:rect r="r" b="b" t="t" l="l"/>
              <a:pathLst>
                <a:path h="1269746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697460"/>
                  </a:lnTo>
                  <a:lnTo>
                    <a:pt x="0" y="12697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" r="0" b="-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78685"/>
            <a:chOff x="0" y="0"/>
            <a:chExt cx="24384000" cy="13838247"/>
          </a:xfrm>
        </p:grpSpPr>
        <p:sp>
          <p:nvSpPr>
            <p:cNvPr name="Freeform 3" id="3" descr="slide_8"/>
            <p:cNvSpPr/>
            <p:nvPr/>
          </p:nvSpPr>
          <p:spPr>
            <a:xfrm flipH="false" flipV="false" rot="0">
              <a:off x="0" y="0"/>
              <a:ext cx="24384000" cy="13838247"/>
            </a:xfrm>
            <a:custGeom>
              <a:avLst/>
              <a:gdLst/>
              <a:ahLst/>
              <a:cxnLst/>
              <a:rect r="r" b="b" t="t" l="l"/>
              <a:pathLst>
                <a:path h="13838247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838247"/>
                  </a:lnTo>
                  <a:lnTo>
                    <a:pt x="0" y="13838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60" t="0" r="-426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slide_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364" t="0" r="-436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slide_1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38" t="0" r="-423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slide_1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38" t="0" r="-423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9876472"/>
            <a:chOff x="0" y="0"/>
            <a:chExt cx="24384000" cy="13168630"/>
          </a:xfrm>
        </p:grpSpPr>
        <p:sp>
          <p:nvSpPr>
            <p:cNvPr name="Freeform 3" id="3" descr="slide_11"/>
            <p:cNvSpPr/>
            <p:nvPr/>
          </p:nvSpPr>
          <p:spPr>
            <a:xfrm flipH="false" flipV="false" rot="0">
              <a:off x="0" y="0"/>
              <a:ext cx="24384000" cy="13168630"/>
            </a:xfrm>
            <a:custGeom>
              <a:avLst/>
              <a:gdLst/>
              <a:ahLst/>
              <a:cxnLst/>
              <a:rect r="r" b="b" t="t" l="l"/>
              <a:pathLst>
                <a:path h="1316863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168630"/>
                  </a:lnTo>
                  <a:lnTo>
                    <a:pt x="0" y="13168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167" t="0" r="-2167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slide_12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74" t="0" r="-407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8575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05" y="0"/>
            <a:ext cx="18328005" cy="10287000"/>
            <a:chOff x="0" y="0"/>
            <a:chExt cx="24437340" cy="13716000"/>
          </a:xfrm>
        </p:grpSpPr>
        <p:sp>
          <p:nvSpPr>
            <p:cNvPr name="Freeform 3" id="3" descr="slide_13"/>
            <p:cNvSpPr/>
            <p:nvPr/>
          </p:nvSpPr>
          <p:spPr>
            <a:xfrm flipH="false" flipV="false" rot="0">
              <a:off x="0" y="0"/>
              <a:ext cx="24437339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37339">
                  <a:moveTo>
                    <a:pt x="0" y="0"/>
                  </a:moveTo>
                  <a:lnTo>
                    <a:pt x="24437339" y="0"/>
                  </a:lnTo>
                  <a:lnTo>
                    <a:pt x="24437339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904" t="0" r="-390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05164" y="228600"/>
            <a:ext cx="1765322" cy="422437"/>
          </a:xfrm>
          <a:custGeom>
            <a:avLst/>
            <a:gdLst/>
            <a:ahLst/>
            <a:cxnLst/>
            <a:rect r="r" b="b" t="t" l="l"/>
            <a:pathLst>
              <a:path h="422437" w="1765322">
                <a:moveTo>
                  <a:pt x="0" y="0"/>
                </a:moveTo>
                <a:lnTo>
                  <a:pt x="1765322" y="0"/>
                </a:lnTo>
                <a:lnTo>
                  <a:pt x="1765322" y="422437"/>
                </a:lnTo>
                <a:lnTo>
                  <a:pt x="0" y="4224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5000"/>
            </a:blip>
            <a:stretch>
              <a:fillRect l="0" t="-176714" r="0" b="-141176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DAHHYSLil4w</dc:identifier>
  <dcterms:modified xsi:type="dcterms:W3CDTF">2011-08-01T06:04:30Z</dcterms:modified>
  <cp:revision>1</cp:revision>
  <dc:title>Nebula_data.pptx</dc:title>
</cp:coreProperties>
</file>